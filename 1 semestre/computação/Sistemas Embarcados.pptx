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20D91-3608-8ABD-FB6E-417CC56F3D85}" v="104" dt="2024-05-22T21:50:16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ícius Martins de Moraes" userId="S::vinicius.moraes@ufn.edu.br::47ada314-b55c-4c7d-bafa-e841b7b0da62" providerId="AD" clId="Web-{20620D91-3608-8ABD-FB6E-417CC56F3D85}"/>
    <pc:docChg chg="addSld modSld">
      <pc:chgData name="Vinícius Martins de Moraes" userId="S::vinicius.moraes@ufn.edu.br::47ada314-b55c-4c7d-bafa-e841b7b0da62" providerId="AD" clId="Web-{20620D91-3608-8ABD-FB6E-417CC56F3D85}" dt="2024-05-22T21:50:16.875" v="101" actId="20577"/>
      <pc:docMkLst>
        <pc:docMk/>
      </pc:docMkLst>
      <pc:sldChg chg="delSp">
        <pc:chgData name="Vinícius Martins de Moraes" userId="S::vinicius.moraes@ufn.edu.br::47ada314-b55c-4c7d-bafa-e841b7b0da62" providerId="AD" clId="Web-{20620D91-3608-8ABD-FB6E-417CC56F3D85}" dt="2024-05-22T21:13:41.093" v="0"/>
        <pc:sldMkLst>
          <pc:docMk/>
          <pc:sldMk cId="2808141802" sldId="258"/>
        </pc:sldMkLst>
        <pc:picChg chg="del">
          <ac:chgData name="Vinícius Martins de Moraes" userId="S::vinicius.moraes@ufn.edu.br::47ada314-b55c-4c7d-bafa-e841b7b0da62" providerId="AD" clId="Web-{20620D91-3608-8ABD-FB6E-417CC56F3D85}" dt="2024-05-22T21:13:41.093" v="0"/>
          <ac:picMkLst>
            <pc:docMk/>
            <pc:sldMk cId="2808141802" sldId="258"/>
            <ac:picMk id="4" creationId="{86D67585-2E33-4E47-B5B6-7963CC68771B}"/>
          </ac:picMkLst>
        </pc:picChg>
      </pc:sldChg>
      <pc:sldChg chg="modSp new">
        <pc:chgData name="Vinícius Martins de Moraes" userId="S::vinicius.moraes@ufn.edu.br::47ada314-b55c-4c7d-bafa-e841b7b0da62" providerId="AD" clId="Web-{20620D91-3608-8ABD-FB6E-417CC56F3D85}" dt="2024-05-22T21:32:25.349" v="24" actId="20577"/>
        <pc:sldMkLst>
          <pc:docMk/>
          <pc:sldMk cId="3914581058" sldId="260"/>
        </pc:sldMkLst>
        <pc:spChg chg="mod">
          <ac:chgData name="Vinícius Martins de Moraes" userId="S::vinicius.moraes@ufn.edu.br::47ada314-b55c-4c7d-bafa-e841b7b0da62" providerId="AD" clId="Web-{20620D91-3608-8ABD-FB6E-417CC56F3D85}" dt="2024-05-22T21:32:25.349" v="24" actId="20577"/>
          <ac:spMkLst>
            <pc:docMk/>
            <pc:sldMk cId="3914581058" sldId="260"/>
            <ac:spMk id="2" creationId="{3D033B4C-DE64-228B-821D-290C16D51F3E}"/>
          </ac:spMkLst>
        </pc:spChg>
        <pc:spChg chg="mod">
          <ac:chgData name="Vinícius Martins de Moraes" userId="S::vinicius.moraes@ufn.edu.br::47ada314-b55c-4c7d-bafa-e841b7b0da62" providerId="AD" clId="Web-{20620D91-3608-8ABD-FB6E-417CC56F3D85}" dt="2024-05-22T21:31:01.769" v="7" actId="20577"/>
          <ac:spMkLst>
            <pc:docMk/>
            <pc:sldMk cId="3914581058" sldId="260"/>
            <ac:spMk id="3" creationId="{18B07707-968D-7C4B-E406-E2273BADEF92}"/>
          </ac:spMkLst>
        </pc:spChg>
      </pc:sldChg>
      <pc:sldChg chg="modSp new">
        <pc:chgData name="Vinícius Martins de Moraes" userId="S::vinicius.moraes@ufn.edu.br::47ada314-b55c-4c7d-bafa-e841b7b0da62" providerId="AD" clId="Web-{20620D91-3608-8ABD-FB6E-417CC56F3D85}" dt="2024-05-22T21:36:06.578" v="48" actId="20577"/>
        <pc:sldMkLst>
          <pc:docMk/>
          <pc:sldMk cId="2953075397" sldId="261"/>
        </pc:sldMkLst>
        <pc:spChg chg="mod">
          <ac:chgData name="Vinícius Martins de Moraes" userId="S::vinicius.moraes@ufn.edu.br::47ada314-b55c-4c7d-bafa-e841b7b0da62" providerId="AD" clId="Web-{20620D91-3608-8ABD-FB6E-417CC56F3D85}" dt="2024-05-22T21:36:06.578" v="48" actId="20577"/>
          <ac:spMkLst>
            <pc:docMk/>
            <pc:sldMk cId="2953075397" sldId="261"/>
            <ac:spMk id="2" creationId="{EA70F734-E341-8CB5-E3C1-36BD03F827B8}"/>
          </ac:spMkLst>
        </pc:spChg>
        <pc:spChg chg="mod">
          <ac:chgData name="Vinícius Martins de Moraes" userId="S::vinicius.moraes@ufn.edu.br::47ada314-b55c-4c7d-bafa-e841b7b0da62" providerId="AD" clId="Web-{20620D91-3608-8ABD-FB6E-417CC56F3D85}" dt="2024-05-22T21:35:39.687" v="47" actId="20577"/>
          <ac:spMkLst>
            <pc:docMk/>
            <pc:sldMk cId="2953075397" sldId="261"/>
            <ac:spMk id="3" creationId="{1000D4C1-9B68-63B4-E668-C60487419E0A}"/>
          </ac:spMkLst>
        </pc:spChg>
      </pc:sldChg>
      <pc:sldChg chg="modSp new">
        <pc:chgData name="Vinícius Martins de Moraes" userId="S::vinicius.moraes@ufn.edu.br::47ada314-b55c-4c7d-bafa-e841b7b0da62" providerId="AD" clId="Web-{20620D91-3608-8ABD-FB6E-417CC56F3D85}" dt="2024-05-22T21:49:42.249" v="94" actId="20577"/>
        <pc:sldMkLst>
          <pc:docMk/>
          <pc:sldMk cId="2990242312" sldId="262"/>
        </pc:sldMkLst>
        <pc:spChg chg="mod">
          <ac:chgData name="Vinícius Martins de Moraes" userId="S::vinicius.moraes@ufn.edu.br::47ada314-b55c-4c7d-bafa-e841b7b0da62" providerId="AD" clId="Web-{20620D91-3608-8ABD-FB6E-417CC56F3D85}" dt="2024-05-22T21:49:42.249" v="94" actId="20577"/>
          <ac:spMkLst>
            <pc:docMk/>
            <pc:sldMk cId="2990242312" sldId="262"/>
            <ac:spMk id="2" creationId="{8E24AEFD-41C3-2652-0533-C458C593EB3C}"/>
          </ac:spMkLst>
        </pc:spChg>
        <pc:spChg chg="mod">
          <ac:chgData name="Vinícius Martins de Moraes" userId="S::vinicius.moraes@ufn.edu.br::47ada314-b55c-4c7d-bafa-e841b7b0da62" providerId="AD" clId="Web-{20620D91-3608-8ABD-FB6E-417CC56F3D85}" dt="2024-05-22T21:37:11.001" v="53" actId="20577"/>
          <ac:spMkLst>
            <pc:docMk/>
            <pc:sldMk cId="2990242312" sldId="262"/>
            <ac:spMk id="3" creationId="{D09861D3-271F-97CF-7A5D-704E1F4AB143}"/>
          </ac:spMkLst>
        </pc:spChg>
      </pc:sldChg>
      <pc:sldChg chg="modSp new">
        <pc:chgData name="Vinícius Martins de Moraes" userId="S::vinicius.moraes@ufn.edu.br::47ada314-b55c-4c7d-bafa-e841b7b0da62" providerId="AD" clId="Web-{20620D91-3608-8ABD-FB6E-417CC56F3D85}" dt="2024-05-22T21:40:00.301" v="85" actId="20577"/>
        <pc:sldMkLst>
          <pc:docMk/>
          <pc:sldMk cId="2760538184" sldId="263"/>
        </pc:sldMkLst>
        <pc:spChg chg="mod">
          <ac:chgData name="Vinícius Martins de Moraes" userId="S::vinicius.moraes@ufn.edu.br::47ada314-b55c-4c7d-bafa-e841b7b0da62" providerId="AD" clId="Web-{20620D91-3608-8ABD-FB6E-417CC56F3D85}" dt="2024-05-22T21:40:00.301" v="85" actId="20577"/>
          <ac:spMkLst>
            <pc:docMk/>
            <pc:sldMk cId="2760538184" sldId="263"/>
            <ac:spMk id="3" creationId="{A0223409-12D2-BF0A-01F8-AD7443678706}"/>
          </ac:spMkLst>
        </pc:spChg>
      </pc:sldChg>
      <pc:sldChg chg="modSp new">
        <pc:chgData name="Vinícius Martins de Moraes" userId="S::vinicius.moraes@ufn.edu.br::47ada314-b55c-4c7d-bafa-e841b7b0da62" providerId="AD" clId="Web-{20620D91-3608-8ABD-FB6E-417CC56F3D85}" dt="2024-05-22T21:50:16.875" v="101" actId="20577"/>
        <pc:sldMkLst>
          <pc:docMk/>
          <pc:sldMk cId="3166391833" sldId="264"/>
        </pc:sldMkLst>
        <pc:spChg chg="mod">
          <ac:chgData name="Vinícius Martins de Moraes" userId="S::vinicius.moraes@ufn.edu.br::47ada314-b55c-4c7d-bafa-e841b7b0da62" providerId="AD" clId="Web-{20620D91-3608-8ABD-FB6E-417CC56F3D85}" dt="2024-05-22T21:50:16.875" v="101" actId="20577"/>
          <ac:spMkLst>
            <pc:docMk/>
            <pc:sldMk cId="3166391833" sldId="264"/>
            <ac:spMk id="2" creationId="{7518296B-4C03-0D7B-46F8-4D7080DE88D1}"/>
          </ac:spMkLst>
        </pc:spChg>
        <pc:spChg chg="mod">
          <ac:chgData name="Vinícius Martins de Moraes" userId="S::vinicius.moraes@ufn.edu.br::47ada314-b55c-4c7d-bafa-e841b7b0da62" providerId="AD" clId="Web-{20620D91-3608-8ABD-FB6E-417CC56F3D85}" dt="2024-05-22T21:49:06.249" v="92" actId="20577"/>
          <ac:spMkLst>
            <pc:docMk/>
            <pc:sldMk cId="3166391833" sldId="264"/>
            <ac:spMk id="3" creationId="{F90F2A7B-B822-37C6-14A8-C80284C1B30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09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64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67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21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88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5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54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94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872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824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283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830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73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34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42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9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E58B3-148B-4C8E-91B7-62E647B59342}" type="datetimeFigureOut">
              <a:rPr lang="pt-BR" smtClean="0"/>
              <a:t>22/05/2024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210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6A351-8F1B-4C09-8888-FC57B15D6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793058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pt-B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Sistemas Embarcados:</a:t>
            </a:r>
            <a:br>
              <a:rPr lang="pt-B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pt-B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Playstation 2</a:t>
            </a:r>
            <a:endParaRPr lang="pt-B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9CB40C-3D93-4511-A76E-739DA1CCF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Vinicius Martins de Moraes</a:t>
            </a:r>
          </a:p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Gustavo sefrin gomes</a:t>
            </a:r>
          </a:p>
        </p:txBody>
      </p:sp>
    </p:spTree>
    <p:extLst>
      <p:ext uri="{BB962C8B-B14F-4D97-AF65-F5344CB8AC3E}">
        <p14:creationId xmlns:p14="http://schemas.microsoft.com/office/powerpoint/2010/main" val="557661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C4B96-9E2D-416D-BCF2-2C0CBC78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pt-BR" sz="3200" b="1" i="0" dirty="0">
                <a:effectLst/>
                <a:latin typeface="Segoe UI" panose="020B0502040204020203" pitchFamily="34" charset="0"/>
              </a:rPr>
              <a:t>Introdução: </a:t>
            </a:r>
            <a:endParaRPr lang="pt-BR" sz="54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2FFD23-4E00-43AD-B39E-09E0FB38F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sistemas embarcados desempenham um papel fundamental em nossa sociedade moderna, desde eletrodomésticos até veículos automotivos e dispositivos médicos.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Esses sistemas são projetados para executar tarefas específicas com eficiência e confiabilidade, muitas vezes em ambientes restritos de recursos e espaço físico.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PlayStation 2, lançado pela Sony em 2000, é um exemplo paradigmático de um sistema embarcado que revolucionou a indústria de jogos eletrônicos.</a:t>
            </a:r>
          </a:p>
        </p:txBody>
      </p:sp>
    </p:spTree>
    <p:extLst>
      <p:ext uri="{BB962C8B-B14F-4D97-AF65-F5344CB8AC3E}">
        <p14:creationId xmlns:p14="http://schemas.microsoft.com/office/powerpoint/2010/main" val="218214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AF324-0488-4327-ACF9-59288EA2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/>
              <a:t>Conceitos Fundamentais: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673AB5-C8A4-41CD-B0A8-684C7C4E2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Embarcado:</a:t>
            </a:r>
            <a:r>
              <a:rPr lang="pt-BR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Refere-se aos componentes físicos de um sistema embarcado, incluindo processadores, memória, interfaces de entrada e saída e dispositivos de armazenamento.</a:t>
            </a:r>
          </a:p>
          <a:p>
            <a:r>
              <a:rPr lang="pt-BR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caso do PlayStation 2, o hardware inclui o processador </a:t>
            </a:r>
            <a:r>
              <a:rPr lang="pt-BR" sz="18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</a:t>
            </a:r>
            <a:r>
              <a:rPr lang="pt-BR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</a:t>
            </a:r>
            <a:r>
              <a:rPr lang="pt-BR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unidade de processamento gráfico (GPU) </a:t>
            </a:r>
            <a:r>
              <a:rPr lang="pt-BR" sz="18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Graphics</a:t>
            </a:r>
            <a:r>
              <a:rPr lang="pt-BR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Synthesizer</a:t>
            </a:r>
            <a:r>
              <a:rPr lang="pt-BR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bem como unidades de disco óptico e interfaces de controle. 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14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A4678-7386-41D3-9AAB-9AA076D9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i="0" dirty="0">
                <a:effectLst/>
                <a:latin typeface="Segoe UI" panose="020B0502040204020203" pitchFamily="34" charset="0"/>
              </a:rPr>
              <a:t>Software Embarcado:</a:t>
            </a: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33636B-B8FA-44AB-8882-BB46D635D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0" i="0" dirty="0">
                <a:effectLst/>
                <a:latin typeface="Segoe UI" panose="020B0502040204020203" pitchFamily="34" charset="0"/>
              </a:rPr>
              <a:t>Consiste nos programas e algoritmos que controlam o funcionamento do sistema embarcado. Isso inclui o sistema operacional embutido, drivers de dispositivo e aplicativos específicos. </a:t>
            </a:r>
          </a:p>
          <a:p>
            <a:r>
              <a:rPr lang="pt-BR" sz="1800" b="0" i="0" dirty="0">
                <a:effectLst/>
                <a:latin typeface="Segoe UI" panose="020B0502040204020203" pitchFamily="34" charset="0"/>
              </a:rPr>
              <a:t>No PS2, o software embarcado inclui o sistema operacional proprietário, drivers para dispositivos periféricos e firmware para executar jogos e aplicativos.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658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33B4C-DE64-228B-821D-290C16D5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/>
              <a:t>conectividade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B07707-968D-7C4B-E406-E2273BADE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Muitos sistemas embarcados são capazes de se comunicar com outros dispositivos ou sistemas, seja por meio de interfaces com fio (como USB, Ethernet) ou sem fio (Wi-Fi, Bluetooth). </a:t>
            </a:r>
            <a:endParaRPr lang="pt-BR"/>
          </a:p>
          <a:p>
            <a:r>
              <a:rPr lang="pt-BR" sz="1800" dirty="0">
                <a:latin typeface="Segoe UI"/>
                <a:cs typeface="Segoe UI"/>
              </a:rPr>
              <a:t>Embora o PlayStation 2 tenha sido inicialmente projetado com foco em jogos offline, posteriormente foram desenvolvidos adaptadores de rede e expansões que permitiram a conectividade online para jogos multiplayer e acesso à internet.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58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0F734-E341-8CB5-E3C1-36BD03F8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/>
              <a:t>Restrições de recursos</a:t>
            </a:r>
            <a:endParaRPr lang="pt-BR" sz="32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00D4C1-9B68-63B4-E668-C60487419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Os sistemas embarcados frequentemente operam com recursos limitados, incluindo potência de processamento, memória e energia. Isso requer otimização cuidadosa de hardware e software para garantir um desempenho adequado.</a:t>
            </a:r>
            <a:endParaRPr lang="pt-BR" sz="1800" dirty="0">
              <a:latin typeface="Tw Cen MT" panose="020B0602020104020603"/>
              <a:cs typeface="Segoe UI"/>
            </a:endParaRPr>
          </a:p>
          <a:p>
            <a:r>
              <a:rPr lang="pt-BR" sz="1800" dirty="0">
                <a:latin typeface="Segoe UI"/>
                <a:cs typeface="Segoe UI"/>
              </a:rPr>
              <a:t> No PS2, os desenvolvedores enfrentaram desafios significativos para projetar jogos que tirassem o máximo proveito do hardware limitado disponível.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953075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4AEFD-41C3-2652-0533-C458C593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S</a:t>
            </a:r>
            <a:r>
              <a:rPr lang="pt-BR" sz="3200" b="1" dirty="0"/>
              <a:t>istema do </a:t>
            </a:r>
            <a:r>
              <a:rPr lang="pt-BR" sz="3200" b="1" dirty="0" err="1"/>
              <a:t>playstaiton</a:t>
            </a:r>
            <a:r>
              <a:rPr lang="pt-BR" sz="3200" b="1" dirty="0"/>
              <a:t> 2</a:t>
            </a:r>
            <a:endParaRPr lang="pt-BR" sz="32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9861D3-271F-97CF-7A5D-704E1F4A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O PlayStation 2 é um exemplo impressionante de um sistema embarcado que integra hardware avançado e software sofisticado para oferecer uma experiência de jogo imersiva.</a:t>
            </a:r>
            <a:endParaRPr lang="pt-BR" dirty="0"/>
          </a:p>
          <a:p>
            <a:r>
              <a:rPr lang="pt-BR" sz="1800" dirty="0">
                <a:latin typeface="Segoe UI"/>
                <a:cs typeface="Segoe UI"/>
              </a:rPr>
              <a:t> Com seu processador </a:t>
            </a:r>
            <a:r>
              <a:rPr lang="pt-BR" sz="1800" err="1">
                <a:latin typeface="Segoe UI"/>
                <a:cs typeface="Segoe UI"/>
              </a:rPr>
              <a:t>Emotion</a:t>
            </a:r>
            <a:r>
              <a:rPr lang="pt-BR" sz="1800" dirty="0">
                <a:latin typeface="Segoe UI"/>
                <a:cs typeface="Segoe UI"/>
              </a:rPr>
              <a:t> </a:t>
            </a:r>
            <a:r>
              <a:rPr lang="pt-BR" sz="1800" err="1">
                <a:latin typeface="Segoe UI"/>
                <a:cs typeface="Segoe UI"/>
              </a:rPr>
              <a:t>Engine</a:t>
            </a:r>
            <a:r>
              <a:rPr lang="pt-BR" sz="1800" dirty="0">
                <a:latin typeface="Segoe UI"/>
                <a:cs typeface="Segoe UI"/>
              </a:rPr>
              <a:t> de 128 bits e a GPU </a:t>
            </a:r>
            <a:r>
              <a:rPr lang="pt-BR" sz="1800" err="1">
                <a:latin typeface="Segoe UI"/>
                <a:cs typeface="Segoe UI"/>
              </a:rPr>
              <a:t>Graphics</a:t>
            </a:r>
            <a:r>
              <a:rPr lang="pt-BR" sz="1800" dirty="0">
                <a:latin typeface="Segoe UI"/>
                <a:cs typeface="Segoe UI"/>
              </a:rPr>
              <a:t> </a:t>
            </a:r>
            <a:r>
              <a:rPr lang="pt-BR" sz="1800" err="1">
                <a:latin typeface="Segoe UI"/>
                <a:cs typeface="Segoe UI"/>
              </a:rPr>
              <a:t>Synthesizer</a:t>
            </a:r>
            <a:r>
              <a:rPr lang="pt-BR" sz="1800" dirty="0">
                <a:latin typeface="Segoe UI"/>
                <a:cs typeface="Segoe UI"/>
              </a:rPr>
              <a:t>, o PS2 foi capaz de gerar gráficos impressionantes para sua época e suportar uma ampla variedade de jogos.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242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AF448-8EEF-88AA-7FEA-ACF41CCB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23409-12D2-BF0A-01F8-AD7443678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Além do hardware poderoso, o PlayStation 2 também foi pioneiro em recursos como leitor de DVD, permitindo aos usuários reproduzirem filmes em sua televisão, expandindo assim sua </a:t>
            </a:r>
            <a:r>
              <a:rPr lang="pt-BR" sz="1800">
                <a:latin typeface="Segoe UI"/>
                <a:cs typeface="Segoe UI"/>
              </a:rPr>
              <a:t>utilidade além dos jogos.</a:t>
            </a:r>
            <a:endParaRPr lang="pt-BR" sz="1800">
              <a:latin typeface="Tw Cen MT" panose="020B0602020104020603"/>
              <a:cs typeface="Segoe UI"/>
            </a:endParaRPr>
          </a:p>
          <a:p>
            <a:r>
              <a:rPr lang="pt-BR" sz="1800" dirty="0">
                <a:latin typeface="Segoe UI"/>
                <a:cs typeface="Segoe UI"/>
              </a:rPr>
              <a:t> Além disso, o PS2 apresentava portas USB para expansão de funcionalidades e conectividade com periféricos, como controles adicionais e dispositivos de armazenamento externo.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76053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8296B-4C03-0D7B-46F8-4D7080DE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200" b="1" dirty="0"/>
              <a:t>conclusão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0F2A7B-B822-37C6-14A8-C80284C1B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Os sistemas embarcados desempenham um papel crucial em nossa vida cotidiana, proporcionando funcionalidades essenciais e entretenimento em uma ampla gama de dispositivos.</a:t>
            </a:r>
            <a:endParaRPr lang="pt-BR" dirty="0"/>
          </a:p>
          <a:p>
            <a:r>
              <a:rPr lang="pt-BR" sz="1800" dirty="0">
                <a:latin typeface="Segoe UI"/>
                <a:cs typeface="Segoe UI"/>
              </a:rPr>
              <a:t> O PlayStation 2 exemplifica o potencial e a importância desses sistemas, demonstrando como hardware e software podem ser integrados de maneira eficiente para oferecer uma experiência de usuário excepcional.</a:t>
            </a:r>
            <a:endParaRPr lang="pt-BR" dirty="0">
              <a:latin typeface="Tw Cen MT" panose="020B0602020104020603"/>
              <a:cs typeface="Segoe UI"/>
            </a:endParaRPr>
          </a:p>
          <a:p>
            <a:r>
              <a:rPr lang="pt-BR" sz="1800" dirty="0">
                <a:latin typeface="Segoe UI"/>
                <a:cs typeface="Segoe UI"/>
              </a:rPr>
              <a:t> Ao compreender os conceitos fundamentais dos sistemas embarcados e analisar exemplos como o PS2, podemos apreciar melhor o impacto dessas tecnologias em nossa sociedade.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391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107</TotalTime>
  <Words>209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Circuito</vt:lpstr>
      <vt:lpstr>Sistemas Embarcados: Playstation 2</vt:lpstr>
      <vt:lpstr>Introdução: </vt:lpstr>
      <vt:lpstr>Conceitos Fundamentais: </vt:lpstr>
      <vt:lpstr>Software Embarcado:</vt:lpstr>
      <vt:lpstr>conectividade</vt:lpstr>
      <vt:lpstr>Restrições de recursos</vt:lpstr>
      <vt:lpstr>Sistema do playstaiton 2</vt:lpstr>
      <vt:lpstr>Apresentação do PowerPoint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Laboratório</dc:creator>
  <cp:lastModifiedBy>Laboratório</cp:lastModifiedBy>
  <cp:revision>70</cp:revision>
  <dcterms:created xsi:type="dcterms:W3CDTF">2024-05-16T11:07:34Z</dcterms:created>
  <dcterms:modified xsi:type="dcterms:W3CDTF">2024-05-22T21:50:19Z</dcterms:modified>
</cp:coreProperties>
</file>